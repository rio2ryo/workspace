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表紙では、いきなりPPTXではなく会話からプレビューを経て納品する思想を示す。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なぜ今変えるかについて、要点を短く説明する。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標準フローについて、要点を短く説明する。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ツールの使い分けについて、要点を短く説明する。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内製フローの役割分担について、要点を短く説明する。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品質基準について、要点を短く説明する。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次に試す依頼について、要点を短く説明する。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AIでスライドを作る最新ワークフロー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94944" y="2587752"/>
            <a:ext cx="7818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これからの資料作成は「いきなりPPTX」ではなく、会話から構成を固め、HTML/Artifactで見た目と流れを確認し、最後に編集可能PPTXへ落とすのが速い。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367588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Artifact/HTML first, editable PPTX final.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13232" y="4800600"/>
            <a:ext cx="1874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自然会話から開始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82112" y="4800600"/>
            <a:ext cx="187452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211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HTMLで速く確認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50992" y="4800600"/>
            <a:ext cx="187452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49560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本文はPowerPointで編集可能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092440" y="614476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 first -&gt; editable PPTX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なぜ今変えるか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GammaやCanvaだけに閉じると、最終PPTXの編集性や社内運用に制約が出る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GammaやCanvaだけに閉じると、最終PPTXの編集性や社内運用に制約が出る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PPTX直生成だけだと、会話しながら構成や見た目を試す速度が落ちる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Artifact/HTML firstなら、Discord上の自然文から構成と見た目を素早く反復できる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なぜ今変えるかについて、要点を短く説明する。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標準フロー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Discord自然文を受ける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2529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Discord自然文を受ける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19048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6597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要件、相手、目的、制約、納品形式を抽出する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4980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529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outline JSONに変換する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19048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6597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HTML/Artifact風プレビューで流れと見た目を確認する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749808" y="4581144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6451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25296" y="4544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 Image 2向けに表紙、図解、アイコン、キービジュアルのプロンプトを作る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190488" y="4581144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464515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65976" y="45445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本文は編集可能なPPTXとして生成する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標準フローについて、要点を短く説明する。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ツールの使い分け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Canva: ブランド素材、手動仕上げ、SNS/営業資料への展開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ブランド素材、手動仕上げ、SNS/営業資料への展開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Gamma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速い初期案、Web共有、ざっくり構成探索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Presenton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ローカル/OSS寄り、PPTX/PDF出力、検証環境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Plus AI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SlidesやPowerPoint上で編集ワークフローを維持したい時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98848" y="39593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Design/Artifacts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98848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会話しながらHTML/デザイン案を詰める時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0" y="39593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 Image 2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0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表紙、図解、キービジュアル、アイコン、質感の作成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ツールの使い分けについて、要点を短く説明する。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内製フローの役割分担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Shiro Slide Studio: 要件抽出、outline JSON、HTML preview、PPTX生成、検証ログ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2529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Shiro Slide Studio: 要件抽出、outline JSON、HTML preview、PPTX生成、検証ログ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19048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6597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 Image 2: 画像素材の生成指示。API実行は承認後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4980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529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Canva/Gamma: 必要時の外部仕上げ候補。外部公開や課金は事前確認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619048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048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6597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PowerPoint: 最終編集と納品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内製フローの役割分担について、要点を短く説明する。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品質基準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1スライド1メッセージ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68096" y="23591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1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1スライド1メッセージ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98848" y="23591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8848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98848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本文テキストは編集可能に残す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2359152"/>
            <a:ext cx="2697480" cy="0"/>
          </a:xfrm>
          <a:prstGeom prst="line">
            <a:avLst/>
          </a:prstGeom>
          <a:noFill/>
          <a:ln w="254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0" y="28895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画像は背景ではなく、意味のある主役または補助素材として使う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8096" y="3959352"/>
            <a:ext cx="269748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4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68096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PPTX内部のスライド数、HTML preview、画像プロンプトを必ず確認する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98848" y="3959352"/>
            <a:ext cx="2697480" cy="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8848" y="41239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Point 5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98848" y="448970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外部API、公開、課金、本番設定変更は実行前に止める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品質基準について、要点を短く説明する。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AIでスライドを作る最新ワークフロー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次に試す依頼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76656" y="153619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このDiscordスレッドで自然文のまま依頼する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22529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このDiscordスレッドで自然文のまま依頼する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190488" y="2350008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90488" y="24140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65976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足りない情報はShiroが最小限だけ質問する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749808" y="3465576"/>
            <a:ext cx="310896" cy="310896"/>
          </a:xfrm>
          <a:prstGeom prst="ellipse">
            <a:avLst/>
          </a:prstGeom>
          <a:solidFill>
            <a:srgbClr val="172033"/>
          </a:solidFill>
          <a:ln w="12700">
            <a:solidFill>
              <a:srgbClr val="1720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52958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25296" y="3429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まずHTML previewで方向性を見て、PPTXを修正する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7818120" y="59893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70" dirty="0">
                <a:solidFill>
                  <a:srgbClr val="6670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次に試す依頼について、要点を短く説明する。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AIでスライドを作る最新ワークフロー</dc:title>
  <dc:subject>Artifact-first slide workflow</dc:subject>
  <dc:creator>Shiro Slide Studio</dc:creator>
  <cp:lastModifiedBy>Shiro Slide Studio</cp:lastModifiedBy>
  <cp:revision>1</cp:revision>
  <dcterms:created xsi:type="dcterms:W3CDTF">2026-05-17T19:41:42Z</dcterms:created>
  <dcterms:modified xsi:type="dcterms:W3CDTF">2026-05-17T19:41:42Z</dcterms:modified>
</cp:coreProperties>
</file>