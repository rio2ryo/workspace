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caller cwd input should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/ Local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1078992"/>
            <a:ext cx="7589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Local Brief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94944" y="2587752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36758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92440" y="61447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 first -&gt; editable PPTX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Brief</dc:title>
  <dc:subject>Artifact-first slide workflow</dc:subject>
  <dc:creator>Shiro Slide Studio</dc:creator>
  <cp:lastModifiedBy>Shiro Slide Studio</cp:lastModifiedBy>
  <cp:revision>1</cp:revision>
  <dcterms:created xsi:type="dcterms:W3CDTF">2026-05-17T19:41:42Z</dcterms:created>
  <dcterms:modified xsi:type="dcterms:W3CDTF">2026-05-17T19:41:42Z</dcterms:modified>
</cp:coreProperties>
</file>