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説明トーク例:
2D自販機は、ポスターやパネルをそのまま販売導線に変える仕組みです。ユーザーは現地で商品を見つけ、スマホでタッチまたはQR読み取りして購入できます。現地受取・オンライン配送の両方に対応し、事前購入による在庫確保、注文番号/QR提示によるスムーズな受取が可能です。物理自販機を置かずに展開できるため、イベント・店舗・観光地・ライブ会場などの限定販売や混雑緩和に向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2D自販機 提案書</dc:title>
  <dc:subject>2D自販機 一枚提案書 v3</dc:subject>
  <dc:creator>Shiro-mini</dc:creator>
  <cp:lastModifiedBy>Shiro-mini</cp:lastModifiedBy>
  <cp:revision>1</cp:revision>
  <dcterms:created xsi:type="dcterms:W3CDTF">2026-05-09T12:38:02Z</dcterms:created>
  <dcterms:modified xsi:type="dcterms:W3CDTF">2026-05-09T12:38:02Z</dcterms:modified>
</cp:coreProperties>
</file>