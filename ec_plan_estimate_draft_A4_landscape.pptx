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749808"/>
          </a:xfrm>
          <a:prstGeom prst="rect">
            <a:avLst/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69494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EC構築・運用プラン 見積書（構成案）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360920" y="228600"/>
            <a:ext cx="29260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DCE6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A4横 / PowerPoint編集可能テキストベース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47472" y="868680"/>
            <a:ext cx="98755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目的：初期費用と成果報酬率の組み合わせによる3プラン比較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7472" y="1261872"/>
            <a:ext cx="3172968" cy="2542032"/>
          </a:xfrm>
          <a:prstGeom prst="roundRect">
            <a:avLst>
              <a:gd name="adj" fmla="val 539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804672" cy="292608"/>
          </a:xfrm>
          <a:prstGeom prst="roundRect">
            <a:avLst>
              <a:gd name="adj" fmla="val 25000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426464"/>
            <a:ext cx="71323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プラン1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353312" y="1389888"/>
            <a:ext cx="1993392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初期費用を抑え、成果報酬で調整するプラン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512064" y="1920240"/>
            <a:ext cx="8229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初期費用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12064" y="2139696"/>
            <a:ext cx="12344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10万円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48256" y="1920240"/>
            <a:ext cx="8229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成果報酬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48256" y="2139696"/>
            <a:ext cx="9601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12064" y="2679192"/>
            <a:ext cx="2843784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2852928"/>
            <a:ext cx="7315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標準内容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108960"/>
            <a:ext cx="2606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92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基本的なEC機能</a:t>
            </a:r>
            <a:endParaRPr lang="en-US" sz="92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92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ロジ連携</a:t>
            </a:r>
            <a:endParaRPr lang="en-US" sz="92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92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動画掲載が可能</a:t>
            </a:r>
            <a:endParaRPr lang="en-US" sz="92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92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ミニマム構成で導入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3721608" y="1261872"/>
            <a:ext cx="3172968" cy="2542032"/>
          </a:xfrm>
          <a:prstGeom prst="roundRect">
            <a:avLst>
              <a:gd name="adj" fmla="val 539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31336" y="1371600"/>
            <a:ext cx="804672" cy="292608"/>
          </a:xfrm>
          <a:prstGeom prst="roundRect">
            <a:avLst>
              <a:gd name="adj" fmla="val 25000"/>
            </a:avLst>
          </a:prstGeom>
          <a:solidFill>
            <a:srgbClr val="EAF7F4"/>
          </a:solidFill>
          <a:ln w="12700">
            <a:solidFill>
              <a:srgbClr val="EAF7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6200" y="1426464"/>
            <a:ext cx="71323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プラン2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27448" y="1389888"/>
            <a:ext cx="1993392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初期費用と成果報酬のバランス型プラン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3886200" y="1920240"/>
            <a:ext cx="8229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初期費用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86200" y="2139696"/>
            <a:ext cx="12344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50万円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22392" y="1920240"/>
            <a:ext cx="8229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成果報酬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22392" y="2139696"/>
            <a:ext cx="9601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5%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3886200" y="2679192"/>
            <a:ext cx="2843784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86200" y="2852928"/>
            <a:ext cx="7315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標準内容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922776" y="3108960"/>
            <a:ext cx="2606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92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基本的なEC機能</a:t>
            </a:r>
            <a:endParaRPr lang="en-US" sz="92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92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ロジ連携</a:t>
            </a:r>
            <a:endParaRPr lang="en-US" sz="92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92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動画掲載が可能</a:t>
            </a:r>
            <a:endParaRPr lang="en-US" sz="92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92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ミニマム構成で導入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7095744" y="1261872"/>
            <a:ext cx="3172968" cy="2542032"/>
          </a:xfrm>
          <a:prstGeom prst="roundRect">
            <a:avLst>
              <a:gd name="adj" fmla="val 539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05472" y="1371600"/>
            <a:ext cx="804672" cy="292608"/>
          </a:xfrm>
          <a:prstGeom prst="roundRect">
            <a:avLst>
              <a:gd name="adj" fmla="val 25000"/>
            </a:avLst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60336" y="1426464"/>
            <a:ext cx="71323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プラン3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101584" y="1389888"/>
            <a:ext cx="1993392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成果報酬なしで導入する買い切り寄りプラン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7260336" y="1920240"/>
            <a:ext cx="8229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初期費用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260336" y="2139696"/>
            <a:ext cx="12344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100万円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8796528" y="1920240"/>
            <a:ext cx="8229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成果報酬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796528" y="2139696"/>
            <a:ext cx="9601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0%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7260336" y="2679192"/>
            <a:ext cx="2843784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60336" y="2852928"/>
            <a:ext cx="7315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標準内容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296912" y="3108960"/>
            <a:ext cx="2606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92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基本的なEC機能</a:t>
            </a:r>
            <a:endParaRPr lang="en-US" sz="92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92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ロジ連携</a:t>
            </a:r>
            <a:endParaRPr lang="en-US" sz="92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92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動画掲載が可能</a:t>
            </a:r>
            <a:endParaRPr lang="en-US" sz="92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92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ミニマム構成で導入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347472" y="4041648"/>
            <a:ext cx="480060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0352" y="4206240"/>
            <a:ext cx="21945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共通仕様・費用条件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530352" y="4553712"/>
            <a:ext cx="11887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オプション機能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600200" y="4553712"/>
            <a:ext cx="3154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追加機能を希望する場合は、プラスオンで要見積もり。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30352" y="4882896"/>
            <a:ext cx="11887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運用・資産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600200" y="4846320"/>
            <a:ext cx="32461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88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基本的に資産はこちら側が保有し、運用もこちらで行います。</a:t>
            </a:r>
            <a:endParaRPr lang="en-US" sz="880" dirty="0"/>
          </a:p>
          <a:p>
            <a:pPr algn="l" indent="0" marL="0">
              <a:lnSpc>
                <a:spcPct val="84000"/>
              </a:lnSpc>
              <a:buNone/>
            </a:pPr>
            <a:r>
              <a:rPr lang="en-US" sz="88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資産を利用し続ける限り、成果報酬が発生します。</a:t>
            </a:r>
            <a:endParaRPr lang="en-US" sz="880" dirty="0"/>
          </a:p>
          <a:p>
            <a:pPr algn="l" indent="0" marL="0">
              <a:lnSpc>
                <a:spcPct val="84000"/>
              </a:lnSpc>
              <a:buNone/>
            </a:pPr>
            <a:r>
              <a:rPr lang="en-US" sz="88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成果報酬の金額を調整することで、機能追加等の個別対応も可能です。</a:t>
            </a:r>
            <a:endParaRPr lang="en-US" sz="880" dirty="0"/>
          </a:p>
        </p:txBody>
      </p:sp>
      <p:sp>
        <p:nvSpPr>
          <p:cNvPr id="45" name="Text 43"/>
          <p:cNvSpPr/>
          <p:nvPr/>
        </p:nvSpPr>
        <p:spPr>
          <a:xfrm>
            <a:off x="530352" y="5696712"/>
            <a:ext cx="11887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月額運用費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600200" y="5687568"/>
            <a:ext cx="33375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案A：1万円＋実費（Shopify利用料等）　/　案B：一律3万円</a:t>
            </a:r>
            <a:endParaRPr lang="en-US" sz="920" dirty="0"/>
          </a:p>
        </p:txBody>
      </p:sp>
      <p:sp>
        <p:nvSpPr>
          <p:cNvPr id="47" name="Shape 45"/>
          <p:cNvSpPr/>
          <p:nvPr/>
        </p:nvSpPr>
        <p:spPr>
          <a:xfrm>
            <a:off x="5321808" y="4041648"/>
            <a:ext cx="5010912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04688" y="4206240"/>
            <a:ext cx="2286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カスタマイズ・保証条件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5504688" y="4590288"/>
            <a:ext cx="1325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ソースコード開示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839712" y="4590288"/>
            <a:ext cx="3154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お客様自身でのカスタマイズも可能です。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504688" y="4983480"/>
            <a:ext cx="1325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保証対象外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839712" y="4974336"/>
            <a:ext cx="31089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自己カスタマイズによりバグが発生した場合は、運用保証の対象外となります。</a:t>
            </a:r>
            <a:endParaRPr lang="en-US" sz="920" dirty="0"/>
          </a:p>
        </p:txBody>
      </p:sp>
      <p:sp>
        <p:nvSpPr>
          <p:cNvPr id="53" name="Text 51"/>
          <p:cNvSpPr/>
          <p:nvPr/>
        </p:nvSpPr>
        <p:spPr>
          <a:xfrm>
            <a:off x="5504688" y="5559552"/>
            <a:ext cx="1325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備考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839712" y="5522976"/>
            <a:ext cx="31546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本資料はローデータです。正式提出時は、社名・見積有効期限・支払い条件・成果報酬の対象売上定義などを追記してください。</a:t>
            </a:r>
            <a:endParaRPr lang="en-US" sz="880" dirty="0"/>
          </a:p>
        </p:txBody>
      </p:sp>
      <p:sp>
        <p:nvSpPr>
          <p:cNvPr id="55" name="Shape 53"/>
          <p:cNvSpPr/>
          <p:nvPr/>
        </p:nvSpPr>
        <p:spPr>
          <a:xfrm>
            <a:off x="347472" y="6720840"/>
            <a:ext cx="9985248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84048" y="6839712"/>
            <a:ext cx="9326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金額は税別想定。成果報酬の算定対象・締め日・支払期日は別途契約書または発注書で定義。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9747504" y="6839712"/>
            <a:ext cx="5029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Draft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EC構築・運用プラン 見積書</dc:title>
  <dc:subject>EC構築プラン 見積書 構成案</dc:subject>
  <dc:creator>Shiro</dc:creator>
  <cp:lastModifiedBy>Shiro</cp:lastModifiedBy>
  <cp:revision>1</cp:revision>
  <dcterms:created xsi:type="dcterms:W3CDTF">2026-05-07T01:45:51Z</dcterms:created>
  <dcterms:modified xsi:type="dcterms:W3CDTF">2026-05-07T01:45:51Z</dcterms:modified>
</cp:coreProperties>
</file>